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 standalone="yes"?>
<p:presentation xmlns:p="http://schemas.openxmlformats.org/presentationml/2006/main">
  <p:sldIdLst>
    <p:sldId id="256" r:id="rId2"/>
  </p:sldIdLst>
  <p:sldSz cx="9144000" cy="6858000"/>
</p:presentation>
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
</file>

<file path=ppt/slides/slide1.xml><?xml version="1.0" encoding="UTF-8" standalone="yes"?>
<p:sld xmlns:p="http://schemas.openxmlformats.org/presentationml/2006/main">
  <p:spTree>
    <p:nvGrpSpPr><p:nvPr><p:cNvPr id="1" name=""/></p:nvPr></p:nvGrpSpPr>
    <p:sp>
      <p:nvSpPr><p:cNvPr id="2" name="Title"/></p:nvSpPr>
      <p:spPr/><p:txBody>
        <a:p xmlns:a="http://schemas.openxmlformats.org/drawingml/2006/main"><a:r><a:t>Test Presentation Slide</a:t></a:r></a:p>
        <a:p><a:r><a:t>Computer Vision AI and Object Detection</a:t></a:r></a:p>
        <a:p><a:r><a:t>Deep Learning for Image Recognition</a:t></a:r></a:p>
      </p:txBody>
    </p:sp>
  </p:spTree>
</p:sld>

</file>